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A9E99-3A47-4021-9B3A-0614CE194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275578-0C23-4826-BE3C-AAC4FD153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D153E1-3A55-4F5F-A988-468197F8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E5CD-0220-44FB-A356-2F93D6023752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E35039-6764-45D6-BD78-B7811CBB5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F68E26-E5A8-4E45-8E81-C229D968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DA8E-2FF4-4B65-A775-0579639FD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3750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C1243-35E4-4E12-B919-7C3679AE7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CB4EDE-950F-41F7-8CC7-DD0BEF0CC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7305A8-44D8-4A79-A07C-116B8FE9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E5CD-0220-44FB-A356-2F93D6023752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451A87-B40F-4CAC-B80D-AEF995498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81B611-C053-4C64-B40C-E04812BA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DA8E-2FF4-4B65-A775-0579639FD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2614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E3C6B-2088-4926-A34D-03B898B72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1C2DD8-349B-419F-840C-33CA35593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B0EEA9-9961-4EF4-A23C-0215497F3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E5CD-0220-44FB-A356-2F93D6023752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34FFCA-0100-44DB-A736-9E0253B00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605099-196B-4E50-9100-1B43962B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DA8E-2FF4-4B65-A775-0579639FD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4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375D9-B654-4226-8CA6-C4E1D297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796A77-AA0A-4C00-9564-043BE1A44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F87557-3C61-42FB-84A0-9B0BCFB9E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76904A-B5B4-4A15-84A6-AADD3C535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E5CD-0220-44FB-A356-2F93D6023752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82E6A6-EB97-46E7-B3CE-D4AA1C7A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7A0973-F486-40A5-BDA9-613EDC17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DA8E-2FF4-4B65-A775-0579639FD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48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A870F-3BA8-44A0-9CCC-5A7FF05D2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64F2A6-DBAD-4DB0-BE65-5286B23C1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EF492E-978F-4431-8AB3-36FA5A65F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0EC2AA8-DC0F-4273-98BA-18070B108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338315-7D2F-4BA9-93F7-87886FD21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DE35DE7-DE12-435D-932B-37A6AE04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E5CD-0220-44FB-A356-2F93D6023752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142A228-70B1-40D8-9E75-1F1C19B0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6AEDDC8-2080-49D3-8A58-668666BA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DA8E-2FF4-4B65-A775-0579639FD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373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EA942-1D7A-4D10-B777-5DDB089B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E3A596-78F7-497A-B322-9DE97568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E5CD-0220-44FB-A356-2F93D6023752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F4BF5D-4929-4D32-AFBC-ED9BB8CB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688FD6D-9A14-4065-96F8-D2694894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DA8E-2FF4-4B65-A775-0579639FD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1754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CFCD549-06E9-41B9-8105-F612CD1C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E5CD-0220-44FB-A356-2F93D6023752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0761DE3-82D2-482F-9D32-E6F43935D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882202-0FB0-4DCA-A2C1-22DC0040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DA8E-2FF4-4B65-A775-0579639FD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208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830A5-17F3-41A6-9D1F-965F4C2F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7B7A7D-0118-4972-A8B2-BF03039B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F120D4-A9BB-4ABA-BBFA-50E2B4F13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6D6BEA-5EF4-4C1D-ABC1-19A634F48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E5CD-0220-44FB-A356-2F93D6023752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E4B9E6-3D4E-48F9-A9CC-84789A45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A43E5C-AEC5-4693-B9B2-CE4E7EE8C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DA8E-2FF4-4B65-A775-0579639FD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7704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131E7-6274-4E61-9B86-D490E98DC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5030021-0D0F-4CB3-B089-CC7051980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ABE8F7-B54E-4355-B44B-7DA58F627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2B02FF-957A-4D46-9ECE-C78BE1C9B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E5CD-0220-44FB-A356-2F93D6023752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66048E-F041-4C85-B354-980A6F97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CE7263-3352-4204-8BC8-BD179847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DA8E-2FF4-4B65-A775-0579639FD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58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09C93-6406-43BB-9662-286D5021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8FADE4-86EE-4957-B2FA-6F2CE941E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382A74-1212-42E1-80CC-48872E8AC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E5CD-0220-44FB-A356-2F93D6023752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05BDD5-800A-4F39-A348-DCD5679B4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121EED-921D-49CB-B981-EB7F4CDCB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DA8E-2FF4-4B65-A775-0579639FD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9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A336B4-4F89-4FB6-B03B-EBC0B9EBF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961280-CAEB-4A23-92F2-28B0482F1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5EEC39-AF00-4CF6-A59F-AE5F49BB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E5CD-0220-44FB-A356-2F93D6023752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8FB032-6C8C-4491-871F-106C1CFB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93E78C-24F3-4ABC-8D4F-AAAF0CA4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DA8E-2FF4-4B65-A775-0579639FD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55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C8EF04B-A8BB-48B2-AC6F-7D4EE07F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CD53E7-247B-41C0-BB3B-17B07F0BF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9686F1-1EF0-4522-B598-CFCBB6F34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8E5CD-0220-44FB-A356-2F93D6023752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0DB6C0-6BBB-4517-AC39-704EE08A9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769BAA-59E5-4073-9434-E60E099CA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EDA8E-2FF4-4B65-A775-0579639FD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8059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E98DD-41DE-40E3-9469-16C4EE356A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Trabalho Modelagem de dados</a:t>
            </a:r>
            <a:br>
              <a:rPr lang="pt-BR" dirty="0"/>
            </a:br>
            <a:r>
              <a:rPr lang="pt-BR" dirty="0"/>
              <a:t>Cenário: Fórmula 1</a:t>
            </a:r>
            <a:br>
              <a:rPr lang="pt-BR" dirty="0"/>
            </a:br>
            <a:r>
              <a:rPr lang="pt-BR" dirty="0" err="1"/>
              <a:t>Profa</a:t>
            </a:r>
            <a:r>
              <a:rPr lang="pt-BR" dirty="0"/>
              <a:t> </a:t>
            </a:r>
            <a:r>
              <a:rPr lang="pt-BR" dirty="0" err="1"/>
              <a:t>MsC</a:t>
            </a:r>
            <a:r>
              <a:rPr lang="pt-BR" dirty="0"/>
              <a:t> Josyane Lannes</a:t>
            </a:r>
          </a:p>
        </p:txBody>
      </p:sp>
    </p:spTree>
    <p:extLst>
      <p:ext uri="{BB962C8B-B14F-4D97-AF65-F5344CB8AC3E}">
        <p14:creationId xmlns:p14="http://schemas.microsoft.com/office/powerpoint/2010/main" val="3562752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29991B-63F4-4C81-8A7E-833E8697C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Fórmula 1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DFD11F-C4A7-49DD-96C6-63C9C4CC3493}"/>
              </a:ext>
            </a:extLst>
          </p:cNvPr>
          <p:cNvSpPr txBox="1"/>
          <p:nvPr/>
        </p:nvSpPr>
        <p:spPr>
          <a:xfrm>
            <a:off x="4523232" y="112302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Create database db_formula1;</a:t>
            </a:r>
          </a:p>
        </p:txBody>
      </p:sp>
      <p:pic>
        <p:nvPicPr>
          <p:cNvPr id="8" name="Imagem 7" descr="Interface gráfica do usuário, Diagrama&#10;&#10;Descrição gerada automaticamente">
            <a:extLst>
              <a:ext uri="{FF2B5EF4-FFF2-40B4-BE49-F238E27FC236}">
                <a16:creationId xmlns:a16="http://schemas.microsoft.com/office/drawing/2014/main" id="{9D2C7011-6D7C-4952-85F2-9566E7E19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414563"/>
            <a:ext cx="10917936" cy="371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19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5829E-33AA-49E0-B5CD-11D8F20A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Regras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7DA2999B-4DC2-44DA-8AD0-E2CCF4A4728B}"/>
              </a:ext>
            </a:extLst>
          </p:cNvPr>
          <p:cNvSpPr txBox="1">
            <a:spLocks/>
          </p:cNvSpPr>
          <p:nvPr/>
        </p:nvSpPr>
        <p:spPr>
          <a:xfrm>
            <a:off x="1009095" y="260111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Criar db_Formula1 (analisar e entender o cenário)</a:t>
            </a:r>
          </a:p>
          <a:p>
            <a:r>
              <a:rPr lang="pt-BR" sz="1800" dirty="0"/>
              <a:t>Popular todas as tabelas</a:t>
            </a:r>
          </a:p>
          <a:p>
            <a:r>
              <a:rPr lang="pt-BR" sz="1800" dirty="0"/>
              <a:t>Resolver as Queries</a:t>
            </a:r>
          </a:p>
          <a:p>
            <a:r>
              <a:rPr lang="pt-BR" sz="1800" dirty="0"/>
              <a:t>Grupo: até 05 alunos</a:t>
            </a:r>
          </a:p>
          <a:p>
            <a:r>
              <a:rPr lang="pt-BR" sz="1800" dirty="0"/>
              <a:t>Entrega: Apresentar e postar em </a:t>
            </a:r>
            <a:r>
              <a:rPr lang="pt-BR" sz="1800" dirty="0" err="1"/>
              <a:t>pdf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18298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13F65-79B8-4FD6-B629-A9A99FE75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Queries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B20115-E7D8-4D86-A874-0D9DDDEC2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Insira no mínimo 5 pilotos do Brasil, 3 da Itália e 2 da França.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Popule</a:t>
            </a:r>
            <a:r>
              <a:rPr lang="pt-BR" dirty="0"/>
              <a:t> todas as tabelas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Liste o nome dos países que começam com a letra B e terminam com a letra L.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Liste o nome dos pilotos que são dos países BRASIL, ITÁLIA e FRANÇA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Liste o nome dos pilotos.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Liste o nome dos </a:t>
            </a:r>
            <a:r>
              <a:rPr lang="pt-BR" dirty="0" err="1"/>
              <a:t>gp</a:t>
            </a:r>
            <a:r>
              <a:rPr lang="pt-BR" dirty="0"/>
              <a:t> e a quantidade de voltas (use ALIAS)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Liste o nome dos pilotos e seus países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Insira o atributo salário na tabela piloto.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Popule</a:t>
            </a:r>
            <a:r>
              <a:rPr lang="pt-BR" dirty="0"/>
              <a:t> o atributo salário da tabela piloto. 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Liste o nome dos pilotos cujos salários sejam entre 70 e 100 mil.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Retorne para cada </a:t>
            </a:r>
            <a:r>
              <a:rPr lang="pt-BR" dirty="0" err="1"/>
              <a:t>cod_pais</a:t>
            </a:r>
            <a:r>
              <a:rPr lang="pt-BR" dirty="0"/>
              <a:t>, a média salarial dos empregados.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Exiba todos os diferentes valores dos salários contidos na tabela pilotos ordenados em ordem crescente de valor.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79720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195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Trabalho Modelagem de dados Cenário: Fórmula 1 Profa MsC Josyane Lannes</vt:lpstr>
      <vt:lpstr>Fórmula 1</vt:lpstr>
      <vt:lpstr>Regras</vt:lpstr>
      <vt:lpstr>Queries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AV2</dc:title>
  <dc:creator>Josyane Lannes Florenzano de Souza</dc:creator>
  <cp:lastModifiedBy>Josyane Lannes Florenzano De Souza</cp:lastModifiedBy>
  <cp:revision>23</cp:revision>
  <dcterms:created xsi:type="dcterms:W3CDTF">2021-11-04T20:47:56Z</dcterms:created>
  <dcterms:modified xsi:type="dcterms:W3CDTF">2026-08-02T20:09:14Z</dcterms:modified>
</cp:coreProperties>
</file>